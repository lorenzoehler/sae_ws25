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169"/>
    <p:restoredTop sz="94724"/>
  </p:normalViewPr>
  <p:slideViewPr>
    <p:cSldViewPr snapToGrid="0">
      <p:cViewPr>
        <p:scale>
          <a:sx n="26" d="100"/>
          <a:sy n="26" d="100"/>
        </p:scale>
        <p:origin x="-40" y="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B9F96-F194-1B47-99FA-86B528DF1FE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E9880-B54D-5C45-85AB-02FB4F53C0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01B5F-F22E-2C7D-CC3F-727B45945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245B09-DEB4-7723-D973-CB93A7ACD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D668DC-765C-FE89-9776-19376F51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E3611E-E42E-A510-9F5A-286FED41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95C54E-B5CA-F4F5-70F9-44C39546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1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15FD7-6C3B-F2E0-CB4F-C3A63592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D3010B-BE13-60D6-CF0B-5F54AD0C1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310A44-B780-E561-947A-D2511EFC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C0060E-E9EB-57DF-65FF-C3CAC5C51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ACF3AB-632F-4EA9-FD58-9FD489F6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9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307EA-3C28-92F4-70CC-5ABFAD1D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F8F30D-C766-CCB6-27C4-8A95F4AA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A3C69C-E90A-A762-B626-D21561FF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7952E-AE79-ECE1-0FE3-E6036668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A1A32-2D08-1E42-F153-6C239CF0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4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9A6DD4-A8F3-D7CA-ADE4-992DA95C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4857EF-AB5E-3100-2400-B544EC803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7CA239-9909-0D1E-A611-7456A95C3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D89EB5-B161-10FE-DE94-76306AC1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A27208-5E15-15D4-641C-4AAAC322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36C96B-4128-9AFE-10E9-2E4E844A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6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968C7-F412-8AD4-ADED-AEC8870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434BF7-0640-C7F9-495D-14B196C1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19A7A6-F6E4-E58A-0D38-C5BD5EEBA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29B404-85B1-0EFF-55E3-DAFC3DFCF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D43DC1-0D0F-17D9-640A-2365037C2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6D03462-A680-8106-1A2A-D1840E64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332522B-A5B3-D5C4-5324-D3363339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C31A4D-9A81-E4C0-6D08-C93AE59C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5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5B81A9-AFBC-6B63-49FD-C7C421A6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497A5C-3864-DFE1-FA5F-0E8BC709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A41486-151A-334D-FAB9-324503AB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81CEF6-E182-EB8A-BA39-7F3A1E97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1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6CF22B-B96F-8BB7-1D7D-CE12EF36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DDC998-5ACA-2559-E7E7-50F09F0AC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1838CC-0E06-7A12-82DD-5D1D9A5A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4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ACBB51-1900-A666-538C-948B811E1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1A3EC3-994C-380A-40F4-24A3E353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97A21C-20A7-D8B8-68D2-4525A9090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0B2A9A-9A4D-783C-197D-58CED8DE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E9452E-104D-2CB7-5016-E4C05F08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CEC4F9-33A1-B43C-DE86-3E5CD1B3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7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851599-7C59-7310-F0F6-CD210592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DE57B0F-8C3F-D6C8-B335-839AE288C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D54A89-E773-7E8D-60B5-8A9130F4A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82C76D-B45C-DC80-1B94-77C5514A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92D43E-E20D-1A38-66FF-85813D48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2FC3FB-40D6-8014-218C-760EDA11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6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5C44F3-3C2C-0E88-5C98-BB9F7B02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D63A6E-8906-748F-5CDE-0810727FA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8D800F-A524-4746-1A81-75D93215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706CFC-A0A4-5229-09AB-688BC53A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834ABA-EC57-2E08-B9A3-4A04D1CD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7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00D2C5-858D-38E2-E43B-EA865F4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42F48B-1B94-2E6F-0862-4B08BD21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8DB8A5-BE3A-928E-29DD-F2FD2257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A00C95-521F-9DF5-0FD8-4B313CF5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B5E4DF-F3D8-B4BA-4C6F-E362D0D7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9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EE70AC-F958-E0FE-16FA-CFE0E746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348909-0AB7-7EEB-F084-9DE7809F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F3B67B-6DBD-FD1A-0106-E9D55BA1B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3042A-8807-474D-9551-A99D94C430E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EE42BC-8667-88A9-973C-DC9002AC7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253DFC-DE1A-55AF-6121-84649E17B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D8EA9-D760-C148-98E9-89AE551E03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6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30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D59B-0B2A-5172-2874-471F7C1F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3D0CFD58-100D-A7DE-32CA-667BADDE4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D9F50B9-2644-02E5-3116-08E42CE09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AFB0C0A-A7EC-E1F6-2D50-23D7C9129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95C8EF5-F34D-5489-264A-C2315BC52E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212" y="312964"/>
            <a:ext cx="6279076" cy="146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4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 oehler</dc:creator>
  <cp:lastModifiedBy>lorenz oehler</cp:lastModifiedBy>
  <cp:revision>1</cp:revision>
  <dcterms:created xsi:type="dcterms:W3CDTF">2026-01-16T12:54:03Z</dcterms:created>
  <dcterms:modified xsi:type="dcterms:W3CDTF">2026-01-18T14:45:45Z</dcterms:modified>
</cp:coreProperties>
</file>